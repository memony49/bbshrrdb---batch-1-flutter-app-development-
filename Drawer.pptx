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39A9A-B4B0-4B32-B8CD-2E25E95134C4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21DC-8981-44E6-BC8C-2BA8F673FFBB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9C5D3-0140-4E75-8D7F-C0623D06DFD7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666F9-5B40-48E0-8DFD-99EF944CDD22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8D6B-2C72-4E21-9893-A649C6E2A47D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11C9-A66C-49F0-970E-F7B68D9109A0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AE78-96A2-4A23-B183-3B6DB4374FE7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0757-B101-4811-9189-10EB2F458E2D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C078-589F-40E3-816C-EE21D62B5BBA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518A9-B687-4302-9395-2322403C6656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A684-0CB7-41E9-A4DF-5D1C2CA5BF6F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7C35-9E19-4518-A4B2-3B09CD8CC756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96DA8-8897-4DDF-BFB6-5D83863C837A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BA708-C5F0-412D-90E2-1919F0D196AE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F8FA-EF43-4642-9368-3F4E33039BD9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E721-B01C-4D5D-A3CA-2E5518383F10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513FEF9-69D0-4F8C-A336-59491FBEDC47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04436-CA73-4D53-89B4-2A5C7347BF2F}" type="datetimeFigureOut">
              <a:rPr lang="en-US" dirty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E9D6-5B00-49E1-BB29-C606E3475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468" y="2462122"/>
            <a:ext cx="8144134" cy="1373070"/>
          </a:xfrm>
        </p:spPr>
        <p:txBody>
          <a:bodyPr/>
          <a:lstStyle/>
          <a:p>
            <a:r>
              <a:rPr lang="en-US" dirty="0"/>
              <a:t>Widgets In Flutter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E9AC0-5DAB-41E2-B7B4-DD76171D9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32254"/>
            <a:ext cx="8144134" cy="1117687"/>
          </a:xfrm>
        </p:spPr>
        <p:txBody>
          <a:bodyPr>
            <a:normAutofit/>
          </a:bodyPr>
          <a:lstStyle/>
          <a:p>
            <a:r>
              <a:rPr lang="en-US" sz="4000" dirty="0"/>
              <a:t>By Yasir Nawaz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FFE15-64A8-BDFD-1E6F-9A63E7356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54" y="2693774"/>
            <a:ext cx="1454629" cy="146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03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96EF-2BE9-41DA-85D7-0DC45431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 of Drawer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3DFFB-9F6B-4F78-80F9-BA829E2CD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mobile apps that use Material Design have two primary options for navigation. These navigations are Tabs and Drawers. </a:t>
            </a:r>
          </a:p>
          <a:p>
            <a:r>
              <a:rPr lang="en-US" dirty="0"/>
              <a:t>A drawer is an alternative option for tabs because sometimes the mobile apps do not have sufficient space to support tabs.</a:t>
            </a:r>
          </a:p>
          <a:p>
            <a:r>
              <a:rPr lang="en-US" dirty="0"/>
              <a:t>A drawer is an invisible side screen. It is a sliding left menu that generally contains important links in the application and occupies half of the screen when displayed.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FFE15-64A8-BDFD-1E6F-9A63E7356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43" y="760594"/>
            <a:ext cx="1063350" cy="107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6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7FD13-6A9C-5D65-E461-4BAE3F2EA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us see how the drawer works in a Flutter. Flutter uses a drawer widget to create a sliding left menu layout with a Material Design widget. The following steps are required to use a drawer in the app.</a:t>
            </a:r>
          </a:p>
          <a:p>
            <a:pPr lvl="1"/>
            <a:r>
              <a:rPr lang="en-US" dirty="0"/>
              <a:t>Add drawer in scaffold widget</a:t>
            </a:r>
          </a:p>
          <a:p>
            <a:pPr lvl="1"/>
            <a:r>
              <a:rPr lang="en-US" dirty="0"/>
              <a:t>Populate the drawer by adding content</a:t>
            </a:r>
          </a:p>
          <a:p>
            <a:pPr lvl="1"/>
            <a:r>
              <a:rPr lang="en-US" dirty="0"/>
              <a:t>Close the drawer.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558F92-FEB2-B242-E9EE-C274881C8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pPr algn="ctr"/>
            <a:r>
              <a:rPr lang="en-US" dirty="0"/>
              <a:t>Introduction of Drawer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270AC3-B571-A51C-84CC-8A03DCB7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43" y="760594"/>
            <a:ext cx="1063350" cy="107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2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559F5-37B5-012D-5D28-67B4F1217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</a:t>
            </a:r>
            <a:r>
              <a:rPr lang="en-US" dirty="0" err="1"/>
              <a:t>main.dart</a:t>
            </a:r>
            <a:r>
              <a:rPr lang="en-US" dirty="0"/>
              <a:t> file, create a drawer in the scaffold widget as the code given below.</a:t>
            </a:r>
          </a:p>
          <a:p>
            <a:pPr marL="0" indent="0">
              <a:buNone/>
            </a:pPr>
            <a:r>
              <a:rPr lang="en-US" dirty="0"/>
              <a:t>Scaffold(  </a:t>
            </a:r>
          </a:p>
          <a:p>
            <a:pPr marL="0" indent="0">
              <a:buNone/>
            </a:pPr>
            <a:r>
              <a:rPr lang="en-US" dirty="0"/>
              <a:t>	drawer: Drawer(  </a:t>
            </a:r>
          </a:p>
          <a:p>
            <a:pPr marL="0" indent="0">
              <a:buNone/>
            </a:pPr>
            <a:r>
              <a:rPr lang="en-US" dirty="0"/>
              <a:t>	child: // Populate the Drawer by adding content in the next 	step.  </a:t>
            </a:r>
          </a:p>
          <a:p>
            <a:pPr marL="0" indent="0">
              <a:buNone/>
            </a:pPr>
            <a:r>
              <a:rPr lang="en-US" dirty="0"/>
              <a:t>	)  </a:t>
            </a:r>
          </a:p>
          <a:p>
            <a:pPr marL="0" indent="0">
              <a:buNone/>
            </a:pPr>
            <a:r>
              <a:rPr lang="en-US" dirty="0"/>
              <a:t>	);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AE1545-F9C2-73AD-DC1F-C727B884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284" y="753228"/>
            <a:ext cx="9613861" cy="1080938"/>
          </a:xfrm>
        </p:spPr>
        <p:txBody>
          <a:bodyPr/>
          <a:lstStyle/>
          <a:p>
            <a:pPr algn="ctr"/>
            <a:r>
              <a:rPr lang="en-US" dirty="0"/>
              <a:t>Add A Drawer In Your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46BD00-F800-3ACB-CFD2-62D3A29E1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43" y="760594"/>
            <a:ext cx="1063350" cy="107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52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63C48-2B34-5926-A225-3E5BA0D6E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070103" cy="3599316"/>
          </a:xfrm>
        </p:spPr>
        <p:txBody>
          <a:bodyPr/>
          <a:lstStyle/>
          <a:p>
            <a:r>
              <a:rPr lang="en-US" dirty="0"/>
              <a:t>Next, we need to add content in the drawer. In this example, we are going to use the </a:t>
            </a:r>
            <a:r>
              <a:rPr lang="en-US" dirty="0" err="1"/>
              <a:t>Listview</a:t>
            </a:r>
            <a:r>
              <a:rPr lang="en-US" dirty="0"/>
              <a:t> widget that allows the users to scroll through the drawer if the content does not fit in the screen supports. The following code explains it more clearly.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077AD0-4B41-F5D0-323D-1BA577AEE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361" y="2057398"/>
            <a:ext cx="4491318" cy="47064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C1C6460-D91A-5AAD-3EA2-2F14939C3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482" y="753228"/>
            <a:ext cx="9613861" cy="1080938"/>
          </a:xfrm>
        </p:spPr>
        <p:txBody>
          <a:bodyPr/>
          <a:lstStyle/>
          <a:p>
            <a:pPr algn="ctr"/>
            <a:r>
              <a:rPr lang="en-US" dirty="0"/>
              <a:t>Populate Your Drawer With Items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CC5C5D-A2D8-5961-A004-5666EB2E1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143" y="760594"/>
            <a:ext cx="1063350" cy="107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125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403DD-4A7D-D64E-76A5-BD69E4DAF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close the drawer. We can do this by using the navigator.</a:t>
            </a:r>
          </a:p>
          <a:p>
            <a:r>
              <a:rPr lang="en-US" dirty="0"/>
              <a:t>Next you need to ad </a:t>
            </a:r>
            <a:r>
              <a:rPr lang="en-US" dirty="0" err="1"/>
              <a:t>onTap</a:t>
            </a:r>
            <a:r>
              <a:rPr lang="en-US" dirty="0"/>
              <a:t> function on </a:t>
            </a:r>
            <a:r>
              <a:rPr lang="en-US" dirty="0" err="1"/>
              <a:t>listview</a:t>
            </a:r>
            <a:r>
              <a:rPr lang="en-US" dirty="0"/>
              <a:t> items.</a:t>
            </a:r>
          </a:p>
          <a:p>
            <a:r>
              <a:rPr lang="en-US" dirty="0"/>
              <a:t>Add </a:t>
            </a:r>
            <a:r>
              <a:rPr lang="en-US" dirty="0" err="1"/>
              <a:t>Navigator.pop</a:t>
            </a:r>
            <a:r>
              <a:rPr lang="en-US" dirty="0"/>
              <a:t>(context); inside in above function.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84431A-B871-D13A-A844-2A7AFDAF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pPr algn="ctr"/>
            <a:r>
              <a:rPr lang="en-US" dirty="0"/>
              <a:t>Close Your Drawer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AADFED-ADCC-D0AC-D038-A47C7F4AF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43" y="760594"/>
            <a:ext cx="1063350" cy="107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41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704BF-C284-5BDA-64BB-3E98BFAA4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provide an account header in your drawer you need to add an item called Drawer Header.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DrawerHeader</a:t>
            </a:r>
            <a:r>
              <a:rPr lang="en-US" dirty="0"/>
              <a:t>(  </a:t>
            </a:r>
          </a:p>
          <a:p>
            <a:pPr marL="0" indent="0">
              <a:buNone/>
            </a:pPr>
            <a:r>
              <a:rPr lang="en-US" dirty="0"/>
              <a:t>        child: Text('Drawer Header'),  </a:t>
            </a:r>
          </a:p>
          <a:p>
            <a:pPr marL="0" indent="0">
              <a:buNone/>
            </a:pPr>
            <a:r>
              <a:rPr lang="en-US" dirty="0"/>
              <a:t>        decoration: </a:t>
            </a:r>
            <a:r>
              <a:rPr lang="en-US" dirty="0" err="1"/>
              <a:t>BoxDecoration</a:t>
            </a:r>
            <a:r>
              <a:rPr lang="en-US" dirty="0"/>
              <a:t>(  </a:t>
            </a:r>
          </a:p>
          <a:p>
            <a:pPr marL="0" indent="0">
              <a:buNone/>
            </a:pPr>
            <a:r>
              <a:rPr lang="en-US" dirty="0"/>
              <a:t>          color: </a:t>
            </a:r>
            <a:r>
              <a:rPr lang="en-US" dirty="0" err="1"/>
              <a:t>Colors.blue</a:t>
            </a:r>
            <a:r>
              <a:rPr lang="en-US" dirty="0"/>
              <a:t>,  </a:t>
            </a:r>
          </a:p>
          <a:p>
            <a:pPr marL="0" indent="0">
              <a:buNone/>
            </a:pPr>
            <a:r>
              <a:rPr lang="en-US" dirty="0"/>
              <a:t>        ),  </a:t>
            </a:r>
          </a:p>
          <a:p>
            <a:pPr marL="0" indent="0">
              <a:buNone/>
            </a:pPr>
            <a:r>
              <a:rPr lang="en-US" dirty="0"/>
              <a:t>      ),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99C73C-E4B0-1B1D-786A-9649F26B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pPr algn="ctr"/>
            <a:r>
              <a:rPr lang="en-US" dirty="0"/>
              <a:t>Add A Drawer Header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084DA3-39BA-6445-6C98-29467DA74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43" y="760594"/>
            <a:ext cx="1063350" cy="107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20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D948D-BCA0-1DBF-FA2D-50BEB7D08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7750985" cy="359931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 add user accounts drawer header .</a:t>
            </a:r>
          </a:p>
          <a:p>
            <a:pPr marL="0" indent="0">
              <a:buNone/>
            </a:pPr>
            <a:r>
              <a:rPr lang="en-US" dirty="0" err="1"/>
              <a:t>UerAccountsDrawerHeader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dirty="0" err="1"/>
              <a:t>accountName</a:t>
            </a:r>
            <a:r>
              <a:rPr lang="en-US" dirty="0"/>
              <a:t>: Text("</a:t>
            </a:r>
            <a:r>
              <a:rPr lang="en-US" dirty="0" err="1"/>
              <a:t>accountName</a:t>
            </a:r>
            <a:r>
              <a:rPr lang="en-US" dirty="0"/>
              <a:t>"),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dirty="0" err="1"/>
              <a:t>accountEmail</a:t>
            </a:r>
            <a:r>
              <a:rPr lang="en-US" dirty="0"/>
              <a:t>: Text("</a:t>
            </a:r>
            <a:r>
              <a:rPr lang="en-US" dirty="0" err="1"/>
              <a:t>accountEmail</a:t>
            </a:r>
            <a:r>
              <a:rPr lang="en-US" dirty="0"/>
              <a:t>"),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dirty="0" err="1"/>
              <a:t>currentAccountPicture</a:t>
            </a:r>
            <a:r>
              <a:rPr lang="en-US" dirty="0"/>
              <a:t>: </a:t>
            </a:r>
            <a:r>
              <a:rPr lang="en-US" dirty="0" err="1"/>
              <a:t>CircleAvatar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backgroundColor</a:t>
            </a:r>
            <a:r>
              <a:rPr lang="en-US" dirty="0"/>
              <a:t>: </a:t>
            </a:r>
            <a:r>
              <a:rPr lang="en-US" dirty="0" err="1"/>
              <a:t>Colors.orange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child: Text(</a:t>
            </a:r>
          </a:p>
          <a:p>
            <a:pPr marL="0" indent="0">
              <a:buNone/>
            </a:pPr>
            <a:r>
              <a:rPr lang="en-US" dirty="0"/>
              <a:t>                  "A",</a:t>
            </a:r>
          </a:p>
          <a:p>
            <a:pPr marL="0" indent="0">
              <a:buNone/>
            </a:pPr>
            <a:r>
              <a:rPr lang="en-US" dirty="0"/>
              <a:t>                  style: </a:t>
            </a:r>
            <a:r>
              <a:rPr lang="en-US" dirty="0" err="1"/>
              <a:t>TextStyle</a:t>
            </a:r>
            <a:r>
              <a:rPr lang="en-US" dirty="0"/>
              <a:t>(</a:t>
            </a:r>
            <a:r>
              <a:rPr lang="en-US" dirty="0" err="1"/>
              <a:t>fontSize</a:t>
            </a:r>
            <a:r>
              <a:rPr lang="en-US" dirty="0"/>
              <a:t>: 40.0),</a:t>
            </a:r>
          </a:p>
          <a:p>
            <a:pPr marL="0" indent="0">
              <a:buNone/>
            </a:pPr>
            <a:r>
              <a:rPr lang="en-US" dirty="0"/>
              <a:t>                ),</a:t>
            </a:r>
          </a:p>
          <a:p>
            <a:pPr marL="0" indent="0">
              <a:buNone/>
            </a:pPr>
            <a:r>
              <a:rPr lang="en-US" dirty="0"/>
              <a:t>              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B2F26-6333-4CBC-2E82-57005C737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198" y="2195519"/>
            <a:ext cx="3057952" cy="45923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626B2BB-93C5-C932-151B-31E6EB5C6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pPr algn="ctr"/>
            <a:r>
              <a:rPr lang="en-US" dirty="0"/>
              <a:t>Add A Drawer 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18EDE9-2AAF-9E36-05EF-97C798F3E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143" y="760594"/>
            <a:ext cx="1063350" cy="107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9892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1418</TotalTime>
  <Words>403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Berlin</vt:lpstr>
      <vt:lpstr>Widgets In Flutter</vt:lpstr>
      <vt:lpstr>Introduction of Drawer </vt:lpstr>
      <vt:lpstr>Introduction of Drawer </vt:lpstr>
      <vt:lpstr>Add A Drawer In Your Screen</vt:lpstr>
      <vt:lpstr>Populate Your Drawer With Items</vt:lpstr>
      <vt:lpstr>Close Your Drawer </vt:lpstr>
      <vt:lpstr>Add A Drawer Header</vt:lpstr>
      <vt:lpstr>Add A Drawer Header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Widgets In Flutter</dc:title>
  <dc:creator>sonododo</dc:creator>
  <cp:lastModifiedBy>Yasir Nawaz</cp:lastModifiedBy>
  <cp:revision>32</cp:revision>
  <dcterms:created xsi:type="dcterms:W3CDTF">2023-06-26T11:33:19Z</dcterms:created>
  <dcterms:modified xsi:type="dcterms:W3CDTF">2023-07-21T06:39:28Z</dcterms:modified>
</cp:coreProperties>
</file>